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Spread Dynamics of Rumours vs.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4F5F7"/>
                </a:solidFill>
              </a:rPr>
              <a:t>Do rumours really travel faster during breaking-news events?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401568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493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5F7"/>
                </a:solidFill>
              </a:rPr>
              <a:t>PHEME-9 Dataset  ·  6,040 reply cascades  ·  6 breaking-news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Data Science Group Project  ·  ETH Zürich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Motivating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F5F7"/>
                </a:solidFill>
              </a:rPr>
              <a:t>Vosoughi, Roy &amp; Aral (Science, 2018) found that false news travels
farther, faster, deeper, and more broadly than truth on Twitter.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But does this hold during breaking-news events specifically?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4F5F7"/>
                </a:solidFill>
              </a:rPr>
              <a:t>During breaking news, facts haven't been established yet. Unverified claims fill the information vacuum.
This is precisely when misinformation is most dangerous — and most plausible.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401568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4930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72B0"/>
                </a:solidFill>
              </a:rPr>
              <a:t>Our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58768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4F5F7"/>
                </a:solidFill>
              </a:rPr>
              <a:t>→  PHEME-9: journalist-annotated reply cascades from 9 breaking-news events on Twitter</a:t>
            </a:r>
          </a:p>
          <a:p>
            <a:pPr algn="l"/>
            <a:r>
              <a:rPr sz="1600">
                <a:solidFill>
                  <a:srgbClr val="F4F5F7"/>
                </a:solidFill>
              </a:rPr>
              <a:t>→  Measure cascade speed, reach, and structure across four veracity classes</a:t>
            </a:r>
          </a:p>
          <a:p>
            <a:pPr algn="l"/>
            <a:r>
              <a:rPr sz="1600">
                <a:solidFill>
                  <a:srgbClr val="F4F5F7"/>
                </a:solidFill>
              </a:rPr>
              <a:t>→  Propose and test a verifiability mechanism to explain why speed differences exist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Reference: Vosoughi, Roy &amp; Aral (2018). The spread of true and false news online. Science, 359(6380).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Dataset: PHEME-9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0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86384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097280"/>
            <a:ext cx="2286000" cy="12801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143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6,040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F5F7"/>
                </a:solidFill>
              </a:rPr>
              <a:t>reply cascades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116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4F5F7"/>
                </a:solidFill>
              </a:rPr>
              <a:t>after event filtering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514600"/>
            <a:ext cx="2286000" cy="1280160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560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089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F5F7"/>
                </a:solidFill>
              </a:rPr>
              <a:t>breaking-news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4F5F7"/>
                </a:solidFill>
              </a:rPr>
              <a:t>retained (3 dropped)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3931920"/>
            <a:ext cx="2286000" cy="12801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3977639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≈ 100k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5262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F5F7"/>
                </a:solidFill>
              </a:rPr>
              <a:t>tweets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8463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4F5F7"/>
                </a:solidFill>
              </a:rPr>
              <a:t>source +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85216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</a:rPr>
              <a:t>Non-rumours dominate every event — this is signal, not sampling artefact. Most breaking-news content is factual commentary around a rumour 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Zubiaga et al. (2016). Analysing How People Orient to and Spread Rumours in Social Media. PLOS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a cascade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</a:rPr>
              <a:t>Each node is a tweet. The black root is the original post; edges are direct replies. We measure how fast, how far, and what shape these trees take.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3657600" cy="45720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Time to first reply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7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Time to half-cascade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Replies in first hour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05840"/>
            <a:ext cx="3657600" cy="4572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02412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57276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Cascade size (# tweets)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29967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Max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8716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Max breadth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4436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Unique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3657600" cy="457200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102412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7276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Structural virality (Goel 2016)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29967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Broadcast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8716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• Branching factor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8221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72B0"/>
                </a:solidFill>
              </a:rPr>
              <a:t>Statistical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87952"/>
            <a:ext cx="10972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4F5F7"/>
                </a:solidFill>
              </a:rPr>
              <a:t>→  Mann-Whitney U + Cliff's δ effect size — non-parametric, appropriate for heavy-tailed distributions</a:t>
            </a:r>
          </a:p>
          <a:p>
            <a:pPr algn="l"/>
            <a:r>
              <a:rPr sz="1500">
                <a:solidFill>
                  <a:srgbClr val="F4F5F7"/>
                </a:solidFill>
              </a:rPr>
              <a:t>→  Benjamini-Hochberg FDR correction across all simultaneous tests</a:t>
            </a:r>
          </a:p>
          <a:p>
            <a:pPr algn="l"/>
            <a:r>
              <a:rPr sz="1500">
                <a:solidFill>
                  <a:srgbClr val="F4F5F7"/>
                </a:solidFill>
              </a:rPr>
              <a:t>→  Per-event stratification — never pool across events with very different sizes/compositions</a:t>
            </a:r>
          </a:p>
          <a:p>
            <a:pPr algn="l"/>
            <a:r>
              <a:rPr sz="1500">
                <a:solidFill>
                  <a:srgbClr val="F4F5F7"/>
                </a:solidFill>
              </a:rPr>
              <a:t>→  Consistency scoring: a finding must hold in ≥ 3 eligible events to be reported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Finding 1 — Rumours generate first replies faster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2_speed_first_re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0467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0972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72B0"/>
                </a:solidFill>
              </a:rPr>
              <a:t>Effect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508760"/>
            <a:ext cx="3200400" cy="128016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544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−0.26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03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F5F7"/>
                </a:solidFill>
              </a:rPr>
              <a:t>Cliff's δ (unverified vs non-rumour)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4231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4F5F7"/>
                </a:solidFill>
              </a:rPr>
              <a:t>pooled p &lt; 0.001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2926080"/>
            <a:ext cx="3200400" cy="1280160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−0.17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5204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F5F7"/>
                </a:solidFill>
              </a:rPr>
              <a:t>Cliff's δ (true vs non-rumour)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8404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4F5F7"/>
                </a:solidFill>
              </a:rPr>
              <a:t>pooled p = 0.045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43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5F7"/>
                </a:solidFill>
              </a:rPr>
              <a:t>Negative δ = rumours reach first reply faster than non-rumours.
Both unverified and true rumours show the effect.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Cliff's δ interpretation:  |δ| &lt; 0.15 negligible  ·  ≥ 0.15 small  ·  ≥ 0.33 medium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speed effect is consistent across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3b_per_event_speed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8638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72B0"/>
                </a:solidFill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4F5F7"/>
                </a:solidFill>
              </a:rPr>
              <a:t>A pooled p-value could be driven by a single large event.</a:t>
            </a:r>
          </a:p>
          <a:p>
            <a:pPr algn="l"/>
            <a:endParaRPr sz="1300">
              <a:solidFill>
                <a:srgbClr val="F4F5F7"/>
              </a:solidFill>
            </a:endParaRPr>
          </a:p>
          <a:p>
            <a:pPr algn="l"/>
            <a:r>
              <a:rPr sz="1300">
                <a:solidFill>
                  <a:srgbClr val="F4F5F7"/>
                </a:solidFill>
              </a:rPr>
              <a:t>Non-rumours are consistently slower to receive first replies across charliehebdo, ottawashooting, sydneysiege, and others.</a:t>
            </a:r>
          </a:p>
          <a:p>
            <a:pPr algn="l"/>
            <a:endParaRPr sz="1300">
              <a:solidFill>
                <a:srgbClr val="F4F5F7"/>
              </a:solidFill>
            </a:endParaRPr>
          </a:p>
          <a:p>
            <a:pPr algn="l"/>
            <a:r>
              <a:rPr sz="1300">
                <a:solidFill>
                  <a:srgbClr val="F4F5F7"/>
                </a:solidFill>
              </a:rPr>
              <a:t>95% bootstrap CIs do not overlap in most events — the per-event medians are precisely estimated.</a:t>
            </a:r>
          </a:p>
          <a:p>
            <a:pPr algn="l"/>
            <a:endParaRPr sz="1300">
              <a:solidFill>
                <a:srgbClr val="F4F5F7"/>
              </a:solidFill>
            </a:endParaRPr>
          </a:p>
          <a:p>
            <a:pPr algn="l"/>
            <a:r>
              <a:rPr sz="1300">
                <a:solidFill>
                  <a:srgbClr val="F4F5F7"/>
                </a:solidFill>
              </a:rPr>
              <a:t>Pattern holds in 2 of 6 eligible events at BH-corrected p &lt; 0.05 for time-to-first-reply (3/6 for time-to-half-cascade).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Null result — Rumours do not reach more people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4_reach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8638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72B0"/>
                </a:solidFill>
              </a:rP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4F5F7"/>
                </a:solidFill>
              </a:rPr>
              <a:t>Vosoughi (2018) found that false news reaches more people.</a:t>
            </a:r>
          </a:p>
          <a:p>
            <a:pPr algn="l"/>
            <a:endParaRPr sz="1300">
              <a:solidFill>
                <a:srgbClr val="F4F5F7"/>
              </a:solidFill>
            </a:endParaRPr>
          </a:p>
          <a:p>
            <a:pPr algn="l"/>
            <a:r>
              <a:rPr sz="1300">
                <a:solidFill>
                  <a:srgbClr val="F4F5F7"/>
                </a:solidFill>
              </a:rPr>
              <a:t>We do not replicate this for breaking-news reply cascades.</a:t>
            </a:r>
          </a:p>
          <a:p>
            <a:pPr algn="l"/>
            <a:endParaRPr sz="1300">
              <a:solidFill>
                <a:srgbClr val="F4F5F7"/>
              </a:solidFill>
            </a:endParaRPr>
          </a:p>
          <a:p>
            <a:pPr algn="l"/>
            <a:r>
              <a:rPr sz="1300">
                <a:solidFill>
                  <a:srgbClr val="F4F5F7"/>
                </a:solidFill>
              </a:rPr>
              <a:t>Cascade sizes (median 10–14 tweets) are comparable across all four veracity classes.</a:t>
            </a:r>
          </a:p>
          <a:p>
            <a:pPr algn="l"/>
            <a:endParaRPr sz="1300">
              <a:solidFill>
                <a:srgbClr val="F4F5F7"/>
              </a:solidFill>
            </a:endParaRPr>
          </a:p>
          <a:p>
            <a:pPr algn="l"/>
            <a:r>
              <a:rPr sz="1300">
                <a:solidFill>
                  <a:srgbClr val="F4F5F7"/>
                </a:solidFill>
              </a:rPr>
              <a:t>The Vosoughi finding may be specific to the retweet network or to non-breaking-news contexts.</a:t>
            </a:r>
          </a:p>
          <a:p>
            <a:pPr algn="l"/>
            <a:endParaRPr sz="1300">
              <a:solidFill>
                <a:srgbClr val="F4F5F7"/>
              </a:solidFill>
            </a:endParaRPr>
          </a:p>
          <a:p>
            <a:pPr algn="l"/>
            <a:r>
              <a:rPr sz="1300">
                <a:solidFill>
                  <a:srgbClr val="F4F5F7"/>
                </a:solidFill>
              </a:rPr>
              <a:t>Implication: rumours engage faster, but the conversation stays local — they do not diffuse farther.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are rumours faster? — A verifiability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4F5F7"/>
                </a:solidFill>
              </a:rPr>
              <a:t>Hypothesis: claims that are hard to verify generate faster engagement because readers cannot suppress sharing via a quick mental fact-check.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486400" cy="3566160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475488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Step 1  ·  Rumours are less verifiable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A TF-IDF + logistic regression classifier trained on FEVER
(145k Wikipedia fact-verification claims) scores each tweet
for how linguistically verifiable it is at posting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5486400" cy="3566160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486400" cy="47548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Step 2  ·  Less verifiable → faster 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5F7"/>
                </a:solidFill>
              </a:rPr>
              <a:t>Threads in the least-verifiable quartile (Q1) receive their
first reply in 1.87 min median vs 2.55 min for Q4.
Spearman ρ = 0.09–0.10, p &lt; 10⁻¹².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72B0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</a:rPr>
              <a:t>Caveat: ρ = 0.09 is a weak effect. The ~40-second median difference is statistically reliable (n = 5,747) but practically modest. Verifiability is a contributing factor, not the primary driver.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910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Classifier: FEVER (Thorne et al., NAACL 2018)  ·  ROC-AUC ≥ 0.80 on FEVER dev split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Verifiability mechanism —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11_verifiability_mechanis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12648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</a:rPr>
              <a:t>Left: rumour classes score lower on P(verifiable) than non-rumours. True rumours are hardest to verify — even correct claims were linguistically ambiguous at posting time.  Right: monotone increase — less verifiable → faster first reply across all four quartiles.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Methodological note — Why per-event analysis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6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7150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6C757D"/>
                </a:solidFill>
              </a:rPr>
              <a:t>A pooled analysis would conclude 'non-</a:t>
            </a:r>
            <a:r>
              <a:rPr sz="1300" b="0" i="1" dirty="0" err="1">
                <a:solidFill>
                  <a:srgbClr val="6C757D"/>
                </a:solidFill>
              </a:rPr>
              <a:t>rumours</a:t>
            </a:r>
            <a:r>
              <a:rPr sz="1300" b="0" i="1" dirty="0">
                <a:solidFill>
                  <a:srgbClr val="6C757D"/>
                </a:solidFill>
              </a:rPr>
              <a:t> have the biggest cascades'. But the per-event view shows rankings vary by event — the pooled finding is event-confounded. We use per-event stratified tests throughout to avoid this artefact.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 of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64592" cy="685800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Speed: time to first reply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024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rumour &lt; non-rumour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72B0"/>
                </a:solidFill>
              </a:rPr>
              <a:t>Cliff's δ = −0.26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0241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F5F7"/>
                </a:solidFill>
              </a:rPr>
              <a:t>Rumours attract replies significantly faster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92808"/>
            <a:ext cx="164592" cy="685800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110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Speed: time to half-cascade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9110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rumour &lt; non-rumour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110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72B0"/>
                </a:solidFill>
              </a:rPr>
              <a:t>Cliff's δ = −0.32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110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F5F7"/>
                </a:solidFill>
              </a:rPr>
              <a:t>Speed advantage persists through the cascade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79776"/>
            <a:ext cx="164592" cy="6858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7980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Reach: cascade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798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null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980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72B0"/>
                </a:solidFill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980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F5F7"/>
                </a:solidFill>
              </a:rPr>
              <a:t>Rumours do not reach more users overall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66744"/>
            <a:ext cx="164592" cy="6858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6850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Structure: depth vs.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6850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null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8503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72B0"/>
                </a:solidFill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8503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F5F7"/>
                </a:solidFill>
              </a:rPr>
              <a:t>No distinct structural signature for rumours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53712"/>
            <a:ext cx="164592" cy="68580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572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Verifiability → 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572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less verifiable → faster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5720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72B0"/>
                </a:solidFill>
              </a:rPr>
              <a:t>Spearman ρ = 0.09–0.10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72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F5F7"/>
                </a:solidFill>
              </a:rPr>
              <a:t>Claim ambiguity predicts faster engagement (p &lt; 10⁻¹²)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40679"/>
            <a:ext cx="164592" cy="68580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45896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True rumours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45896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least verifiable class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45896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72B0"/>
                </a:solidFill>
              </a:rPr>
              <a:t>Cliff's δ = −0.22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45896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F5F7"/>
                </a:solidFill>
              </a:rPr>
              <a:t>Even correct claims were hard to verify at posting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896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Finding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896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Direction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896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Effect size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896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Interpretation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Limitations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73152" cy="7772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784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Dataset size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PHEME contains ~6,400 threads across 9 events — small by modern standards. Results may not generalise beyond English-language breaking-news Twitter.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65960"/>
            <a:ext cx="73152" cy="7772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Reply trees, not retweet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We measure conversational depth (who replies to whom), not diffusion breadth (who retweets). Vosoughi's 'reach' finding is about retweet chains, which we cannot replicate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71800"/>
            <a:ext cx="73152" cy="7772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990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Snapshot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649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Cascades were collected at a fixed point in time. Later replies, which could change speed and size rankings, are not captured.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77640"/>
            <a:ext cx="73152" cy="7772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9959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Verifiability classifier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The FEVER classifier was trained on Wikipedia sentences. Transfer to informal tweet language is imperfect; ρ = 0.09 is weak. The score is a proxy, not ground truth.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83480"/>
            <a:ext cx="73152" cy="7772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Annotation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766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Veracity labels are journalist-curated (high precision, limited recall). Many threads remain 'unverified' not because they are rumours, but because the fact was never definitively established.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79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2286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Vosoughi, S., Roy, D., &amp; Aral, S. (2018). The spread of true and false news online. Science, 359(6380), 1146–1151.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Zubiaga, A., Liakata, M., Procter, R., Wong Sak Hoi, G., &amp; Tolmie, P. (2016). Analysing How People Orient to and Spread Rumours in Social Media. PLOS ONE, 11(6).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Thorne, J., Vlachos, A., Christodoulopoulos, C., &amp; Mittal, A. (2018). FEVER: a large-scale dataset for Fact Extraction and VERification. NAACL-HLT.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Goel, S., Anderson, A., Hofman, J., &amp; Watts, D. J. (2016). The structural virality of online diffusion. Management Science, 62(1), 180–196.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Nielsen, R. K., &amp; McConville, R. (2022). MuMiN: A Large-Scale Multilingual Multimodal Fact-Checked Misinformation Social Network Dataset. Findings of ACL.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92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5F7"/>
                </a:solidFill>
              </a:rPr>
              <a:t>Romano, J., Kromrey, J. D., Coraggio, J., &amp; Skowronek, J. (2006). Appropriate statistics for ordinal level data: Should we really be using t-test and Cohen's d for evaluating group differences on the NSSE? Florida Association of Institutional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1388</Words>
  <Application>Microsoft Macintosh PowerPoint</Application>
  <PresentationFormat>Custom</PresentationFormat>
  <Paragraphs>136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Azaronak  Diana</cp:lastModifiedBy>
  <cp:revision>1</cp:revision>
  <dcterms:created xsi:type="dcterms:W3CDTF">2013-01-27T09:14:16Z</dcterms:created>
  <dcterms:modified xsi:type="dcterms:W3CDTF">2026-05-02T10:27:32Z</dcterms:modified>
  <cp:category/>
</cp:coreProperties>
</file>